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ACE2"/>
    <a:srgbClr val="00FFFF"/>
    <a:srgbClr val="21E2E7"/>
    <a:srgbClr val="66FFFF"/>
    <a:srgbClr val="C50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120E-F9DC-A499-4729-C12FB817F1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DCBAA7-A688-84D0-6E5D-FF32E8A4D4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49356-BA93-2376-6BA6-E60E45A36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38B27-A2C7-DE94-A02D-BA809AD18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2C67C-FACE-76AC-4175-2795300A0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6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FF1B8-8D65-655C-2710-3D7BF5896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8FEAA-BA7A-02F1-1D88-B9E9F010D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71490-9C74-5664-5541-79ECD451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642F3-7C95-6BFB-4771-F418DABA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04268-0946-0329-1421-1D6FBD121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29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0BB0-5272-7C54-CD9D-46BCF795C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0708F-D0B3-DF88-1E11-7A45C9118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9EDA0-C2B7-D5B2-8820-36DE66AC6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7448D-B81E-187E-9F9E-07DF69BA4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4370D-8185-B6CD-61B2-47B09397D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816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F86FC-83DC-4A4D-B326-9C386C434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BFE9F-BF6E-725B-F80C-AD6889C3E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9D61D4-1820-3038-F9D8-8D716FE00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43011-FBDC-EB77-9F73-A0BDAAA82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B491D-D80A-4B41-91F6-1B15DC8F3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2FD1-2C5A-4DF0-6C1E-D097D7FA2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940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836B-6ADA-6043-DE89-FA4DA50AE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8B0C2-BE85-7D98-813F-1C2E1F29A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86F0E-AB8B-82FF-AED7-05E74704A9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720A2-644B-B4E9-BFAF-650049B91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7B4924-D326-A121-2028-D0051D4A0A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5E3603-34E0-51C2-3950-719A4F25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B574D-DD6D-FA0A-3BE1-A5AAE8C2B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42C4F0-9E1D-5E60-6474-A961065CE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66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F7FF9-EF12-07B1-17EA-2D570EF9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0A1A78-0FD3-8ADE-2FDA-32C912A6C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389212-07ED-9F02-11B3-D3E6859F4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4AD820-5645-3FC6-04FF-AFC6C7C6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179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1BABCB-68C4-ED0C-8B6F-77154DB66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0CE95E-AF0D-F9EE-B353-6FE50C1B2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E7CAC-9055-1CE7-2841-920E4B8C8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619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C4FCF-0E41-6103-4BE5-966D5B84C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77A50-7E46-164E-ECEC-17E56325E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2E3BE9-4C65-8B8E-E234-0BA3A6F9C2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E47A6-C147-AF4E-BF5F-3CDF6C303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7B273-DDF9-0A60-13C4-F3EFFB5E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24683-0E04-DF35-79B5-2EEEEA52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02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B5173-A16E-8326-1E4A-02AF01AEC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B86E69-DB8B-224C-3074-89DB2FFAC87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99706-2281-7DEF-1D3D-F3CA420D21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DFAF2B-6727-5B5B-64CF-57C56F614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5B138-A25B-8593-1D01-CD0B60A2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B1CD8-23CB-3A06-E40F-AF1052E5E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6BF0-31D4-11AD-89DF-6AAB740B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EA9D9D-0020-664D-7A68-50BAD23A3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FCCBD-CDB4-B571-B038-8699091B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56416-0705-B861-6924-D0F8CB2C6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BD34A-D0A0-BCB9-AF26-A4C8A5DAA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53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1B0716-3BBF-1A76-750A-64D63A5E0E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C6949D-80B1-2865-44EA-6DC8F54C88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D156F-3E6E-EFBE-90B3-CFAB8DAEF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EEBB33-12BC-86AA-48F6-E85E597C9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C2BF0-5B16-FDE4-07D8-981E4FED0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34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C3430E-3643-EB55-F4F1-571BC5755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6FEE5C-7527-3093-CC1B-CBFD665B0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4CE1E-F4A8-5F80-93DE-B5B0F8207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6B7E65-1AB3-4667-9F11-1F4F4E3C2C9E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37783-F6B0-2E77-4DAB-0EB27AD75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30BF5-66A3-7FCC-9043-94D7779A5F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E85426-ECC7-4343-8F93-03FC9F251F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27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DBA466-72EB-5BE6-4DC0-B4DAE11F0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240" y="221358"/>
            <a:ext cx="10302240" cy="6187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95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088C3A2F-20BC-D6DC-A9C1-B7758F4960BC}"/>
              </a:ext>
            </a:extLst>
          </p:cNvPr>
          <p:cNvSpPr/>
          <p:nvPr/>
        </p:nvSpPr>
        <p:spPr>
          <a:xfrm rot="10800000" flipV="1">
            <a:off x="4856480" y="39375"/>
            <a:ext cx="1534160" cy="457200"/>
          </a:xfrm>
          <a:prstGeom prst="flowChartTermina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75638A-BB40-9CD8-DCF6-A3D5E9D68726}"/>
              </a:ext>
            </a:extLst>
          </p:cNvPr>
          <p:cNvSpPr/>
          <p:nvPr/>
        </p:nvSpPr>
        <p:spPr>
          <a:xfrm>
            <a:off x="4368867" y="777552"/>
            <a:ext cx="2509385" cy="53848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/>
              <a:t>สอบประมวลผล</a:t>
            </a:r>
            <a:endParaRPr lang="en-US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FBC4738-0E39-7A46-BBC1-B5D49B367D58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623560" y="496575"/>
            <a:ext cx="0" cy="2809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271D49A-29EA-57E8-23A9-4CFEAAEC2C85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623559" y="1316032"/>
            <a:ext cx="1" cy="431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id="{6A834DD6-A71F-9DD4-374D-ACCF014E3040}"/>
              </a:ext>
            </a:extLst>
          </p:cNvPr>
          <p:cNvSpPr/>
          <p:nvPr/>
        </p:nvSpPr>
        <p:spPr>
          <a:xfrm>
            <a:off x="2580639" y="2554426"/>
            <a:ext cx="924560" cy="538480"/>
          </a:xfrm>
          <a:prstGeom prst="flowChart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/>
              <a:t>ผ่าน</a:t>
            </a:r>
            <a:endParaRPr lang="en-US" sz="2400" dirty="0"/>
          </a:p>
        </p:txBody>
      </p: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71BAEE69-057B-DF27-7215-ABC35DD3FA88}"/>
              </a:ext>
            </a:extLst>
          </p:cNvPr>
          <p:cNvSpPr/>
          <p:nvPr/>
        </p:nvSpPr>
        <p:spPr>
          <a:xfrm>
            <a:off x="8112758" y="2554426"/>
            <a:ext cx="924560" cy="538480"/>
          </a:xfrm>
          <a:prstGeom prst="flowChartProcess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dirty="0"/>
              <a:t>ไม่ผ่าน</a:t>
            </a:r>
            <a:endParaRPr lang="en-US" sz="2400" dirty="0"/>
          </a:p>
        </p:txBody>
      </p:sp>
      <p:sp>
        <p:nvSpPr>
          <p:cNvPr id="31" name="Diamond 30">
            <a:extLst>
              <a:ext uri="{FF2B5EF4-FFF2-40B4-BE49-F238E27FC236}">
                <a16:creationId xmlns:a16="http://schemas.microsoft.com/office/drawing/2014/main" id="{CC9468CF-4E7E-328B-5EB4-E1804C6021AB}"/>
              </a:ext>
            </a:extLst>
          </p:cNvPr>
          <p:cNvSpPr/>
          <p:nvPr/>
        </p:nvSpPr>
        <p:spPr>
          <a:xfrm>
            <a:off x="4521200" y="1754885"/>
            <a:ext cx="2204717" cy="965802"/>
          </a:xfrm>
          <a:prstGeom prst="diamond">
            <a:avLst/>
          </a:prstGeom>
          <a:solidFill>
            <a:srgbClr val="92D05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bg1"/>
                </a:solidFill>
              </a:rPr>
              <a:t>คะแนน</a:t>
            </a:r>
            <a:r>
              <a:rPr lang="en-US" dirty="0">
                <a:solidFill>
                  <a:schemeClr val="bg1"/>
                </a:solidFill>
              </a:rPr>
              <a:t>&gt;50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27F01415-8C44-619E-B8FA-264B6DFC105D}"/>
              </a:ext>
            </a:extLst>
          </p:cNvPr>
          <p:cNvSpPr/>
          <p:nvPr/>
        </p:nvSpPr>
        <p:spPr>
          <a:xfrm>
            <a:off x="1858075" y="4916006"/>
            <a:ext cx="2308728" cy="965801"/>
          </a:xfrm>
          <a:prstGeom prst="diamond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bg1"/>
                </a:solidFill>
              </a:rPr>
              <a:t>คะแนน</a:t>
            </a:r>
            <a:r>
              <a:rPr lang="en-US" dirty="0">
                <a:solidFill>
                  <a:schemeClr val="bg1"/>
                </a:solidFill>
              </a:rPr>
              <a:t>&gt;85</a:t>
            </a: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945FA248-26FC-165A-3DDA-F1EAA0FC151C}"/>
              </a:ext>
            </a:extLst>
          </p:cNvPr>
          <p:cNvSpPr/>
          <p:nvPr/>
        </p:nvSpPr>
        <p:spPr>
          <a:xfrm>
            <a:off x="1858075" y="3481034"/>
            <a:ext cx="2308728" cy="965801"/>
          </a:xfrm>
          <a:prstGeom prst="diamond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bg1"/>
                </a:solidFill>
              </a:rPr>
              <a:t>คะแนน</a:t>
            </a:r>
            <a:r>
              <a:rPr lang="en-US" dirty="0">
                <a:solidFill>
                  <a:schemeClr val="bg1"/>
                </a:solidFill>
              </a:rPr>
              <a:t>&gt;75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A3CEF0-1C4A-3567-1699-86977C0BDA05}"/>
              </a:ext>
            </a:extLst>
          </p:cNvPr>
          <p:cNvSpPr/>
          <p:nvPr/>
        </p:nvSpPr>
        <p:spPr>
          <a:xfrm>
            <a:off x="4836194" y="5657179"/>
            <a:ext cx="1595052" cy="44925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600" dirty="0"/>
              <a:t>ประกาศผลสอบ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89291E-3EF2-A5A3-5666-F55103259C86}"/>
              </a:ext>
            </a:extLst>
          </p:cNvPr>
          <p:cNvSpPr/>
          <p:nvPr/>
        </p:nvSpPr>
        <p:spPr>
          <a:xfrm>
            <a:off x="314958" y="4499914"/>
            <a:ext cx="1207835" cy="42795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ดีมาก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2BD45-CC19-4427-B152-C3C25797FE0B}"/>
              </a:ext>
            </a:extLst>
          </p:cNvPr>
          <p:cNvSpPr/>
          <p:nvPr/>
        </p:nvSpPr>
        <p:spPr>
          <a:xfrm>
            <a:off x="314958" y="5778320"/>
            <a:ext cx="1207835" cy="42795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/>
              <a:t>ดีเยี่ยม</a:t>
            </a:r>
            <a:endParaRPr lang="en-US" dirty="0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C7283050-5A3F-0D35-E59B-C9181C2D332B}"/>
              </a:ext>
            </a:extLst>
          </p:cNvPr>
          <p:cNvSpPr/>
          <p:nvPr/>
        </p:nvSpPr>
        <p:spPr>
          <a:xfrm>
            <a:off x="5171440" y="6494193"/>
            <a:ext cx="924560" cy="324433"/>
          </a:xfrm>
          <a:prstGeom prst="flowChartTermina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end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405434-DC88-365A-B177-3A0D38AF1DC4}"/>
              </a:ext>
            </a:extLst>
          </p:cNvPr>
          <p:cNvCxnSpPr>
            <a:stCxn id="31" idx="1"/>
          </p:cNvCxnSpPr>
          <p:nvPr/>
        </p:nvCxnSpPr>
        <p:spPr>
          <a:xfrm flipH="1">
            <a:off x="3042919" y="2237786"/>
            <a:ext cx="14782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20065AC-EEE2-4BB1-34B3-5164CBA46E17}"/>
              </a:ext>
            </a:extLst>
          </p:cNvPr>
          <p:cNvCxnSpPr>
            <a:endCxn id="29" idx="0"/>
          </p:cNvCxnSpPr>
          <p:nvPr/>
        </p:nvCxnSpPr>
        <p:spPr>
          <a:xfrm>
            <a:off x="3042919" y="2237786"/>
            <a:ext cx="0" cy="316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5B894DB-2C7F-8176-94E4-C84E507FC074}"/>
              </a:ext>
            </a:extLst>
          </p:cNvPr>
          <p:cNvCxnSpPr>
            <a:stCxn id="31" idx="3"/>
          </p:cNvCxnSpPr>
          <p:nvPr/>
        </p:nvCxnSpPr>
        <p:spPr>
          <a:xfrm>
            <a:off x="6725917" y="2237786"/>
            <a:ext cx="1849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02967E1-42B8-FB07-D089-24ADF8BD8657}"/>
              </a:ext>
            </a:extLst>
          </p:cNvPr>
          <p:cNvCxnSpPr>
            <a:endCxn id="30" idx="0"/>
          </p:cNvCxnSpPr>
          <p:nvPr/>
        </p:nvCxnSpPr>
        <p:spPr>
          <a:xfrm>
            <a:off x="8575038" y="2237786"/>
            <a:ext cx="0" cy="316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68C748B-73CC-949E-E9DF-893BEBA71E24}"/>
              </a:ext>
            </a:extLst>
          </p:cNvPr>
          <p:cNvCxnSpPr>
            <a:stCxn id="29" idx="2"/>
            <a:endCxn id="34" idx="0"/>
          </p:cNvCxnSpPr>
          <p:nvPr/>
        </p:nvCxnSpPr>
        <p:spPr>
          <a:xfrm>
            <a:off x="3042919" y="3092906"/>
            <a:ext cx="0" cy="3360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63315C-F4C2-4CF9-9CFF-06C35F8A3A62}"/>
              </a:ext>
            </a:extLst>
          </p:cNvPr>
          <p:cNvCxnSpPr>
            <a:stCxn id="34" idx="1"/>
          </p:cNvCxnSpPr>
          <p:nvPr/>
        </p:nvCxnSpPr>
        <p:spPr>
          <a:xfrm flipH="1" flipV="1">
            <a:off x="918875" y="3963934"/>
            <a:ext cx="9392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AE1C59-90BC-99C3-EF35-7F6E66A164BB}"/>
              </a:ext>
            </a:extLst>
          </p:cNvPr>
          <p:cNvCxnSpPr>
            <a:stCxn id="33" idx="1"/>
          </p:cNvCxnSpPr>
          <p:nvPr/>
        </p:nvCxnSpPr>
        <p:spPr>
          <a:xfrm flipH="1" flipV="1">
            <a:off x="944276" y="5398906"/>
            <a:ext cx="913799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17D6C57-03BA-F259-95FE-CA76F1691D5C}"/>
              </a:ext>
            </a:extLst>
          </p:cNvPr>
          <p:cNvCxnSpPr>
            <a:cxnSpLocks/>
          </p:cNvCxnSpPr>
          <p:nvPr/>
        </p:nvCxnSpPr>
        <p:spPr>
          <a:xfrm>
            <a:off x="918875" y="3963934"/>
            <a:ext cx="1" cy="482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36ACE83-AF94-52BE-99CC-ECBF18A3B9C7}"/>
              </a:ext>
            </a:extLst>
          </p:cNvPr>
          <p:cNvCxnSpPr>
            <a:cxnSpLocks/>
          </p:cNvCxnSpPr>
          <p:nvPr/>
        </p:nvCxnSpPr>
        <p:spPr>
          <a:xfrm>
            <a:off x="944276" y="5398905"/>
            <a:ext cx="1" cy="395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8965618-55E1-A5C8-F06C-FDFE5F577ED3}"/>
              </a:ext>
            </a:extLst>
          </p:cNvPr>
          <p:cNvCxnSpPr>
            <a:stCxn id="34" idx="2"/>
          </p:cNvCxnSpPr>
          <p:nvPr/>
        </p:nvCxnSpPr>
        <p:spPr>
          <a:xfrm>
            <a:off x="3012439" y="4446835"/>
            <a:ext cx="0" cy="481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109B4CC-D07A-A5C3-8AA1-84560EFBBFFD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1522793" y="5992295"/>
            <a:ext cx="331340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038E8EB-55A9-B3F2-6DF1-33138A91C0CA}"/>
              </a:ext>
            </a:extLst>
          </p:cNvPr>
          <p:cNvCxnSpPr>
            <a:stCxn id="3" idx="2"/>
            <a:endCxn id="10" idx="0"/>
          </p:cNvCxnSpPr>
          <p:nvPr/>
        </p:nvCxnSpPr>
        <p:spPr>
          <a:xfrm>
            <a:off x="5633720" y="6106434"/>
            <a:ext cx="0" cy="387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F2C3E1A-3DE8-5D88-EED2-1A6B17476E10}"/>
              </a:ext>
            </a:extLst>
          </p:cNvPr>
          <p:cNvCxnSpPr>
            <a:stCxn id="30" idx="2"/>
          </p:cNvCxnSpPr>
          <p:nvPr/>
        </p:nvCxnSpPr>
        <p:spPr>
          <a:xfrm>
            <a:off x="8575038" y="3092906"/>
            <a:ext cx="0" cy="2788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CD39346-501D-BAFC-5CF7-351C5DE849ED}"/>
              </a:ext>
            </a:extLst>
          </p:cNvPr>
          <p:cNvCxnSpPr/>
          <p:nvPr/>
        </p:nvCxnSpPr>
        <p:spPr>
          <a:xfrm flipH="1">
            <a:off x="6563360" y="5881806"/>
            <a:ext cx="20116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9980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BAFB36-1D9E-4349-3382-6025B52DE995}"/>
              </a:ext>
            </a:extLst>
          </p:cNvPr>
          <p:cNvSpPr/>
          <p:nvPr/>
        </p:nvSpPr>
        <p:spPr>
          <a:xfrm>
            <a:off x="1696720" y="1087120"/>
            <a:ext cx="1016000" cy="381000"/>
          </a:xfrm>
          <a:prstGeom prst="rect">
            <a:avLst/>
          </a:prstGeom>
          <a:solidFill>
            <a:srgbClr val="66FFFF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>
                <a:solidFill>
                  <a:schemeClr val="tx1"/>
                </a:solidFill>
              </a:rPr>
              <a:t>นักศึก</a:t>
            </a:r>
            <a:r>
              <a:rPr lang="th-TH" dirty="0">
                <a:solidFill>
                  <a:schemeClr val="tx1"/>
                </a:solidFill>
              </a:rPr>
              <a:t>ษา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DE49542-F5E3-DD57-A7FD-D0806A3D8623}"/>
              </a:ext>
            </a:extLst>
          </p:cNvPr>
          <p:cNvSpPr/>
          <p:nvPr/>
        </p:nvSpPr>
        <p:spPr>
          <a:xfrm>
            <a:off x="523240" y="350520"/>
            <a:ext cx="1173480" cy="452120"/>
          </a:xfrm>
          <a:prstGeom prst="ellipse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ชื่อ-สกุล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3471E3-C9D7-7C9F-A0C2-84A0F2DC92D1}"/>
              </a:ext>
            </a:extLst>
          </p:cNvPr>
          <p:cNvSpPr/>
          <p:nvPr/>
        </p:nvSpPr>
        <p:spPr>
          <a:xfrm>
            <a:off x="2946400" y="408940"/>
            <a:ext cx="1173480" cy="45212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สาขา</a:t>
            </a:r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E529BD-D7E9-4BB8-3C4A-BF5210573461}"/>
              </a:ext>
            </a:extLst>
          </p:cNvPr>
          <p:cNvSpPr/>
          <p:nvPr/>
        </p:nvSpPr>
        <p:spPr>
          <a:xfrm>
            <a:off x="2946400" y="1733550"/>
            <a:ext cx="1173480" cy="452120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คณะ</a:t>
            </a:r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C2F72CC-3861-0D1B-B845-32F2DB4F2078}"/>
              </a:ext>
            </a:extLst>
          </p:cNvPr>
          <p:cNvSpPr/>
          <p:nvPr/>
        </p:nvSpPr>
        <p:spPr>
          <a:xfrm>
            <a:off x="523240" y="1722120"/>
            <a:ext cx="1173480" cy="45212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/>
              <a:t>รหัสนักศึกษา</a:t>
            </a:r>
            <a:endParaRPr lang="en-US" sz="140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372844-7441-551A-D8A8-3E8B0C905461}"/>
              </a:ext>
            </a:extLst>
          </p:cNvPr>
          <p:cNvSpPr/>
          <p:nvPr/>
        </p:nvSpPr>
        <p:spPr>
          <a:xfrm>
            <a:off x="6614795" y="327343"/>
            <a:ext cx="1409700" cy="45212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รหัสนักศึกษา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BD4462-23B2-D6BB-BC05-25A699D5F7AA}"/>
              </a:ext>
            </a:extLst>
          </p:cNvPr>
          <p:cNvSpPr/>
          <p:nvPr/>
        </p:nvSpPr>
        <p:spPr>
          <a:xfrm>
            <a:off x="7927340" y="1231583"/>
            <a:ext cx="1173480" cy="332740"/>
          </a:xfrm>
          <a:prstGeom prst="rect">
            <a:avLst/>
          </a:prstGeom>
          <a:solidFill>
            <a:srgbClr val="00FFFF"/>
          </a:solidFill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การลงทะเบียน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4C3EF89-8A71-E779-A29A-83FC0B1473A2}"/>
              </a:ext>
            </a:extLst>
          </p:cNvPr>
          <p:cNvSpPr/>
          <p:nvPr/>
        </p:nvSpPr>
        <p:spPr>
          <a:xfrm>
            <a:off x="6711950" y="2042160"/>
            <a:ext cx="1280160" cy="452120"/>
          </a:xfrm>
          <a:prstGeom prst="ellipse">
            <a:avLst/>
          </a:prstGeom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รหัสรายวิชา</a:t>
            </a:r>
            <a:endParaRPr lang="en-US" sz="160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EA0833E-F617-314E-EF2C-3568936C8A6A}"/>
              </a:ext>
            </a:extLst>
          </p:cNvPr>
          <p:cNvSpPr/>
          <p:nvPr/>
        </p:nvSpPr>
        <p:spPr>
          <a:xfrm>
            <a:off x="9677400" y="635000"/>
            <a:ext cx="1409700" cy="45212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รหัสอาจารย์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9855A6-9CFB-6E04-110F-B0C1C6DBFF11}"/>
              </a:ext>
            </a:extLst>
          </p:cNvPr>
          <p:cNvSpPr/>
          <p:nvPr/>
        </p:nvSpPr>
        <p:spPr>
          <a:xfrm>
            <a:off x="9038590" y="1828800"/>
            <a:ext cx="1625600" cy="452120"/>
          </a:xfrm>
          <a:prstGeom prst="ellips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400" dirty="0"/>
              <a:t>รหัสการลงทะเบียน</a:t>
            </a:r>
            <a:endParaRPr lang="en-US" sz="1400" dirty="0"/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0AE381B2-E20E-D346-EAFC-7680B3784760}"/>
              </a:ext>
            </a:extLst>
          </p:cNvPr>
          <p:cNvSpPr/>
          <p:nvPr/>
        </p:nvSpPr>
        <p:spPr>
          <a:xfrm>
            <a:off x="5103495" y="1102360"/>
            <a:ext cx="436880" cy="3810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8E215B02-142E-A34B-3DBD-EAFC093E8E47}"/>
              </a:ext>
            </a:extLst>
          </p:cNvPr>
          <p:cNvSpPr/>
          <p:nvPr/>
        </p:nvSpPr>
        <p:spPr>
          <a:xfrm>
            <a:off x="5103495" y="2875280"/>
            <a:ext cx="436880" cy="38100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iamond 14">
            <a:extLst>
              <a:ext uri="{FF2B5EF4-FFF2-40B4-BE49-F238E27FC236}">
                <a16:creationId xmlns:a16="http://schemas.microsoft.com/office/drawing/2014/main" id="{0FD53BCB-EA32-FA45-AA13-26C5D798E94A}"/>
              </a:ext>
            </a:extLst>
          </p:cNvPr>
          <p:cNvSpPr/>
          <p:nvPr/>
        </p:nvSpPr>
        <p:spPr>
          <a:xfrm>
            <a:off x="8299450" y="3060065"/>
            <a:ext cx="436880" cy="452120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AAA9AB-CE12-C02F-DB14-01E71D12D499}"/>
              </a:ext>
            </a:extLst>
          </p:cNvPr>
          <p:cNvSpPr/>
          <p:nvPr/>
        </p:nvSpPr>
        <p:spPr>
          <a:xfrm>
            <a:off x="1864360" y="4175760"/>
            <a:ext cx="1173480" cy="381000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รายวิชา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35A0155-27FE-47D2-5EA5-76D4703C6C98}"/>
              </a:ext>
            </a:extLst>
          </p:cNvPr>
          <p:cNvSpPr/>
          <p:nvPr/>
        </p:nvSpPr>
        <p:spPr>
          <a:xfrm>
            <a:off x="55880" y="4003040"/>
            <a:ext cx="1173480" cy="55372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1600" dirty="0"/>
              <a:t>ชื่อรายวิชา</a:t>
            </a:r>
            <a:endParaRPr lang="en-US" sz="1600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836FE7-A99C-4749-0B47-0ED3E045F83D}"/>
              </a:ext>
            </a:extLst>
          </p:cNvPr>
          <p:cNvSpPr/>
          <p:nvPr/>
        </p:nvSpPr>
        <p:spPr>
          <a:xfrm>
            <a:off x="853440" y="5119370"/>
            <a:ext cx="1524000" cy="38100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รหัสรายวิชา</a:t>
            </a:r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2AE6F79-2DAF-5A3B-A3D8-4E374D81187D}"/>
              </a:ext>
            </a:extLst>
          </p:cNvPr>
          <p:cNvSpPr/>
          <p:nvPr/>
        </p:nvSpPr>
        <p:spPr>
          <a:xfrm>
            <a:off x="3190240" y="4978400"/>
            <a:ext cx="1264920" cy="38100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ชื่อรายวิชา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0CD98C-E812-2967-5C43-F1CB5320201F}"/>
              </a:ext>
            </a:extLst>
          </p:cNvPr>
          <p:cNvSpPr/>
          <p:nvPr/>
        </p:nvSpPr>
        <p:spPr>
          <a:xfrm>
            <a:off x="8027670" y="4410711"/>
            <a:ext cx="1173480" cy="332740"/>
          </a:xfrm>
          <a:prstGeom prst="rect">
            <a:avLst/>
          </a:prstGeom>
          <a:solidFill>
            <a:srgbClr val="00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อาจารย์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DC1F7C3-10BF-AEF6-0867-FD4EEF626761}"/>
              </a:ext>
            </a:extLst>
          </p:cNvPr>
          <p:cNvSpPr/>
          <p:nvPr/>
        </p:nvSpPr>
        <p:spPr>
          <a:xfrm>
            <a:off x="6057900" y="4517390"/>
            <a:ext cx="1490345" cy="452121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รหัสอาจารย์</a:t>
            </a:r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5A96342-D020-00EC-B128-40769A638602}"/>
              </a:ext>
            </a:extLst>
          </p:cNvPr>
          <p:cNvSpPr/>
          <p:nvPr/>
        </p:nvSpPr>
        <p:spPr>
          <a:xfrm>
            <a:off x="9418320" y="5274310"/>
            <a:ext cx="1173480" cy="45212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รหัสวิชา</a:t>
            </a:r>
            <a:r>
              <a:rPr lang="en-US" dirty="0"/>
              <a:t>E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98DB187-080F-A5C6-FF6B-31216B9760E6}"/>
              </a:ext>
            </a:extLst>
          </p:cNvPr>
          <p:cNvSpPr/>
          <p:nvPr/>
        </p:nvSpPr>
        <p:spPr>
          <a:xfrm>
            <a:off x="6871970" y="5500370"/>
            <a:ext cx="1524000" cy="452120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ชื่อรายวิชา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5AC368-C44A-05FC-1900-0261FC9B1782}"/>
              </a:ext>
            </a:extLst>
          </p:cNvPr>
          <p:cNvCxnSpPr>
            <a:stCxn id="20" idx="2"/>
          </p:cNvCxnSpPr>
          <p:nvPr/>
        </p:nvCxnSpPr>
        <p:spPr>
          <a:xfrm>
            <a:off x="8614410" y="4743451"/>
            <a:ext cx="0" cy="756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C780373-65A6-CDB0-8771-7A2742C8FB3D}"/>
              </a:ext>
            </a:extLst>
          </p:cNvPr>
          <p:cNvCxnSpPr>
            <a:endCxn id="22" idx="2"/>
          </p:cNvCxnSpPr>
          <p:nvPr/>
        </p:nvCxnSpPr>
        <p:spPr>
          <a:xfrm>
            <a:off x="8614410" y="5500370"/>
            <a:ext cx="8039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D2C86A9-F8C1-E895-2EBE-F8DCECDF1F20}"/>
              </a:ext>
            </a:extLst>
          </p:cNvPr>
          <p:cNvCxnSpPr/>
          <p:nvPr/>
        </p:nvCxnSpPr>
        <p:spPr>
          <a:xfrm>
            <a:off x="8188960" y="4743450"/>
            <a:ext cx="0" cy="3759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D9F3882-4213-BF8D-266B-09B8C11592AA}"/>
              </a:ext>
            </a:extLst>
          </p:cNvPr>
          <p:cNvCxnSpPr/>
          <p:nvPr/>
        </p:nvCxnSpPr>
        <p:spPr>
          <a:xfrm flipH="1">
            <a:off x="7724140" y="5119370"/>
            <a:ext cx="4648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1FA29B9-AC59-5EA5-7BEE-883B605A88D0}"/>
              </a:ext>
            </a:extLst>
          </p:cNvPr>
          <p:cNvCxnSpPr/>
          <p:nvPr/>
        </p:nvCxnSpPr>
        <p:spPr>
          <a:xfrm>
            <a:off x="7724140" y="511937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8B43F14-EAC4-68BA-5CA8-FC96D8789F89}"/>
              </a:ext>
            </a:extLst>
          </p:cNvPr>
          <p:cNvCxnSpPr>
            <a:stCxn id="20" idx="1"/>
          </p:cNvCxnSpPr>
          <p:nvPr/>
        </p:nvCxnSpPr>
        <p:spPr>
          <a:xfrm flipH="1">
            <a:off x="7548245" y="4577081"/>
            <a:ext cx="479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44979CB-C9B0-E8C7-A198-D3EC5B00522F}"/>
              </a:ext>
            </a:extLst>
          </p:cNvPr>
          <p:cNvCxnSpPr>
            <a:stCxn id="8" idx="2"/>
          </p:cNvCxnSpPr>
          <p:nvPr/>
        </p:nvCxnSpPr>
        <p:spPr>
          <a:xfrm>
            <a:off x="8514080" y="1564323"/>
            <a:ext cx="0" cy="1526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5D250C9B-227B-CFC9-6C09-A31088ABB0EC}"/>
              </a:ext>
            </a:extLst>
          </p:cNvPr>
          <p:cNvCxnSpPr>
            <a:stCxn id="14" idx="3"/>
            <a:endCxn id="15" idx="0"/>
          </p:cNvCxnSpPr>
          <p:nvPr/>
        </p:nvCxnSpPr>
        <p:spPr>
          <a:xfrm flipV="1">
            <a:off x="5540375" y="3060065"/>
            <a:ext cx="2977515" cy="57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1A93813-46D8-1E1A-2773-F9C5AB62C2B3}"/>
              </a:ext>
            </a:extLst>
          </p:cNvPr>
          <p:cNvCxnSpPr>
            <a:stCxn id="15" idx="2"/>
          </p:cNvCxnSpPr>
          <p:nvPr/>
        </p:nvCxnSpPr>
        <p:spPr>
          <a:xfrm>
            <a:off x="8517890" y="3512185"/>
            <a:ext cx="0" cy="864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7BF7BBD-0728-9174-4CE9-85ACC84F0840}"/>
              </a:ext>
            </a:extLst>
          </p:cNvPr>
          <p:cNvCxnSpPr/>
          <p:nvPr/>
        </p:nvCxnSpPr>
        <p:spPr>
          <a:xfrm>
            <a:off x="9105900" y="1483360"/>
            <a:ext cx="9118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3CEA792-470A-0355-A699-377AC8B18D2B}"/>
              </a:ext>
            </a:extLst>
          </p:cNvPr>
          <p:cNvCxnSpPr/>
          <p:nvPr/>
        </p:nvCxnSpPr>
        <p:spPr>
          <a:xfrm>
            <a:off x="9100820" y="1370965"/>
            <a:ext cx="8991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39514E1-04C6-6912-D98A-8B7CCF7E9A59}"/>
              </a:ext>
            </a:extLst>
          </p:cNvPr>
          <p:cNvCxnSpPr/>
          <p:nvPr/>
        </p:nvCxnSpPr>
        <p:spPr>
          <a:xfrm>
            <a:off x="10017760" y="1483360"/>
            <a:ext cx="0" cy="345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00718ABC-CA36-0E14-59A9-583E655385ED}"/>
              </a:ext>
            </a:extLst>
          </p:cNvPr>
          <p:cNvCxnSpPr/>
          <p:nvPr/>
        </p:nvCxnSpPr>
        <p:spPr>
          <a:xfrm flipV="1">
            <a:off x="10017760" y="1102360"/>
            <a:ext cx="0" cy="2686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D93EF6C-F976-09A9-3506-ED7B62E90551}"/>
              </a:ext>
            </a:extLst>
          </p:cNvPr>
          <p:cNvCxnSpPr/>
          <p:nvPr/>
        </p:nvCxnSpPr>
        <p:spPr>
          <a:xfrm flipH="1">
            <a:off x="7152640" y="1564323"/>
            <a:ext cx="774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67D758B-FA8C-78E4-3C99-85BA5A6B8CE3}"/>
              </a:ext>
            </a:extLst>
          </p:cNvPr>
          <p:cNvCxnSpPr/>
          <p:nvPr/>
        </p:nvCxnSpPr>
        <p:spPr>
          <a:xfrm>
            <a:off x="7152640" y="1564323"/>
            <a:ext cx="0" cy="477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8E9385E4-EA25-B4E7-A71B-AF037B9A175F}"/>
              </a:ext>
            </a:extLst>
          </p:cNvPr>
          <p:cNvCxnSpPr>
            <a:stCxn id="8" idx="0"/>
            <a:endCxn id="7" idx="5"/>
          </p:cNvCxnSpPr>
          <p:nvPr/>
        </p:nvCxnSpPr>
        <p:spPr>
          <a:xfrm rot="16200000" flipV="1">
            <a:off x="7906900" y="624402"/>
            <a:ext cx="518331" cy="69603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FB295D71-B139-F534-CEAC-0795B6FFD8BD}"/>
              </a:ext>
            </a:extLst>
          </p:cNvPr>
          <p:cNvCxnSpPr>
            <a:stCxn id="13" idx="1"/>
            <a:endCxn id="4" idx="6"/>
          </p:cNvCxnSpPr>
          <p:nvPr/>
        </p:nvCxnSpPr>
        <p:spPr>
          <a:xfrm rot="10800000">
            <a:off x="4119881" y="635000"/>
            <a:ext cx="983615" cy="65786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880CE1D1-F232-2FE5-3B02-E17B55B8724B}"/>
              </a:ext>
            </a:extLst>
          </p:cNvPr>
          <p:cNvCxnSpPr>
            <a:stCxn id="8" idx="1"/>
            <a:endCxn id="13" idx="3"/>
          </p:cNvCxnSpPr>
          <p:nvPr/>
        </p:nvCxnSpPr>
        <p:spPr>
          <a:xfrm rot="10800000">
            <a:off x="5540376" y="1292861"/>
            <a:ext cx="2386965" cy="105093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594BE634-D6B4-5667-57CB-6F426D40F5C7}"/>
              </a:ext>
            </a:extLst>
          </p:cNvPr>
          <p:cNvCxnSpPr>
            <a:endCxn id="5" idx="1"/>
          </p:cNvCxnSpPr>
          <p:nvPr/>
        </p:nvCxnSpPr>
        <p:spPr>
          <a:xfrm>
            <a:off x="2712720" y="1483360"/>
            <a:ext cx="405532" cy="3164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547A57BD-3743-4095-896A-4BCEADE6BB93}"/>
              </a:ext>
            </a:extLst>
          </p:cNvPr>
          <p:cNvCxnSpPr>
            <a:endCxn id="4" idx="3"/>
          </p:cNvCxnSpPr>
          <p:nvPr/>
        </p:nvCxnSpPr>
        <p:spPr>
          <a:xfrm flipV="1">
            <a:off x="2712720" y="794849"/>
            <a:ext cx="405532" cy="2922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333D9E23-007A-C280-4507-E37706C3644B}"/>
              </a:ext>
            </a:extLst>
          </p:cNvPr>
          <p:cNvCxnSpPr>
            <a:endCxn id="6" idx="7"/>
          </p:cNvCxnSpPr>
          <p:nvPr/>
        </p:nvCxnSpPr>
        <p:spPr>
          <a:xfrm flipH="1">
            <a:off x="1524868" y="1483360"/>
            <a:ext cx="171852" cy="3049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DBEE3BF-EA5A-6AF4-888C-FACF2047C87A}"/>
              </a:ext>
            </a:extLst>
          </p:cNvPr>
          <p:cNvCxnSpPr>
            <a:endCxn id="3" idx="5"/>
          </p:cNvCxnSpPr>
          <p:nvPr/>
        </p:nvCxnSpPr>
        <p:spPr>
          <a:xfrm flipH="1" flipV="1">
            <a:off x="1524868" y="736429"/>
            <a:ext cx="171852" cy="3506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3B1BDDA6-D69D-086A-5C40-7A4A74224728}"/>
              </a:ext>
            </a:extLst>
          </p:cNvPr>
          <p:cNvCxnSpPr>
            <a:cxnSpLocks/>
            <a:stCxn id="16" idx="0"/>
            <a:endCxn id="14" idx="1"/>
          </p:cNvCxnSpPr>
          <p:nvPr/>
        </p:nvCxnSpPr>
        <p:spPr>
          <a:xfrm rot="5400000" flipH="1" flipV="1">
            <a:off x="3222307" y="2294573"/>
            <a:ext cx="1109980" cy="2652395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AC7CEE3-2631-B825-9EBE-0A81CC624BF9}"/>
              </a:ext>
            </a:extLst>
          </p:cNvPr>
          <p:cNvCxnSpPr>
            <a:cxnSpLocks/>
            <a:stCxn id="17" idx="6"/>
          </p:cNvCxnSpPr>
          <p:nvPr/>
        </p:nvCxnSpPr>
        <p:spPr>
          <a:xfrm>
            <a:off x="1229360" y="4279900"/>
            <a:ext cx="635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89A55D2B-47CC-B9C3-2A2B-C2A366A948EE}"/>
              </a:ext>
            </a:extLst>
          </p:cNvPr>
          <p:cNvCxnSpPr>
            <a:stCxn id="16" idx="2"/>
          </p:cNvCxnSpPr>
          <p:nvPr/>
        </p:nvCxnSpPr>
        <p:spPr>
          <a:xfrm flipH="1">
            <a:off x="1864360" y="4556760"/>
            <a:ext cx="586740" cy="562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2BCEA249-A66E-D4E7-7BC5-A19398D2EB84}"/>
              </a:ext>
            </a:extLst>
          </p:cNvPr>
          <p:cNvCxnSpPr/>
          <p:nvPr/>
        </p:nvCxnSpPr>
        <p:spPr>
          <a:xfrm>
            <a:off x="3037840" y="4517390"/>
            <a:ext cx="495300" cy="4610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1FDAF009-6671-913A-B25E-77CC94EF971A}"/>
              </a:ext>
            </a:extLst>
          </p:cNvPr>
          <p:cNvSpPr txBox="1"/>
          <p:nvPr/>
        </p:nvSpPr>
        <p:spPr>
          <a:xfrm>
            <a:off x="3815080" y="270585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686C65D-1449-4506-1957-303F1AA1636A}"/>
              </a:ext>
            </a:extLst>
          </p:cNvPr>
          <p:cNvSpPr txBox="1"/>
          <p:nvPr/>
        </p:nvSpPr>
        <p:spPr>
          <a:xfrm>
            <a:off x="4730550" y="97718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1817EEFD-C52C-2B93-17BF-0B9B6C2FBC0D}"/>
              </a:ext>
            </a:extLst>
          </p:cNvPr>
          <p:cNvSpPr txBox="1"/>
          <p:nvPr/>
        </p:nvSpPr>
        <p:spPr>
          <a:xfrm>
            <a:off x="7044054" y="1084501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DAB79E7-A33F-850C-D4A1-12616DE14F79}"/>
              </a:ext>
            </a:extLst>
          </p:cNvPr>
          <p:cNvSpPr txBox="1"/>
          <p:nvPr/>
        </p:nvSpPr>
        <p:spPr>
          <a:xfrm>
            <a:off x="8120346" y="299204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281A4C3-7F12-5EE7-281B-07C047702F05}"/>
              </a:ext>
            </a:extLst>
          </p:cNvPr>
          <p:cNvSpPr/>
          <p:nvPr/>
        </p:nvSpPr>
        <p:spPr>
          <a:xfrm>
            <a:off x="9071610" y="3570923"/>
            <a:ext cx="1245869" cy="45212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ชื่อสกุล</a:t>
            </a:r>
            <a:r>
              <a:rPr lang="en-US" dirty="0"/>
              <a:t>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ADF0345-B532-D692-4DE4-54479777E0CC}"/>
              </a:ext>
            </a:extLst>
          </p:cNvPr>
          <p:cNvSpPr/>
          <p:nvPr/>
        </p:nvSpPr>
        <p:spPr>
          <a:xfrm>
            <a:off x="10165715" y="4366260"/>
            <a:ext cx="1276350" cy="461010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ชื่อสกุล</a:t>
            </a:r>
            <a:r>
              <a:rPr lang="en-US" dirty="0"/>
              <a:t>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12715C6-72E2-2FA5-F8D9-CE4D0543F2BF}"/>
              </a:ext>
            </a:extLst>
          </p:cNvPr>
          <p:cNvCxnSpPr>
            <a:cxnSpLocks/>
          </p:cNvCxnSpPr>
          <p:nvPr/>
        </p:nvCxnSpPr>
        <p:spPr>
          <a:xfrm flipV="1">
            <a:off x="9010333" y="4034314"/>
            <a:ext cx="472123" cy="373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5C86FE7-4D03-BE55-32AA-94FEBE14A4AB}"/>
              </a:ext>
            </a:extLst>
          </p:cNvPr>
          <p:cNvCxnSpPr>
            <a:stCxn id="20" idx="3"/>
            <a:endCxn id="24" idx="2"/>
          </p:cNvCxnSpPr>
          <p:nvPr/>
        </p:nvCxnSpPr>
        <p:spPr>
          <a:xfrm>
            <a:off x="9201150" y="4577081"/>
            <a:ext cx="964565" cy="19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771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6F672707-D17A-96EB-FAFB-8485EC18EF51}"/>
              </a:ext>
            </a:extLst>
          </p:cNvPr>
          <p:cNvSpPr/>
          <p:nvPr/>
        </p:nvSpPr>
        <p:spPr>
          <a:xfrm>
            <a:off x="5313680" y="304800"/>
            <a:ext cx="1117600" cy="294640"/>
          </a:xfrm>
          <a:prstGeom prst="flowChartTerminator">
            <a:avLst/>
          </a:prstGeom>
          <a:solidFill>
            <a:srgbClr val="FAA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35412E-33ED-6A72-4338-CEA8E52AAF91}"/>
              </a:ext>
            </a:extLst>
          </p:cNvPr>
          <p:cNvSpPr/>
          <p:nvPr/>
        </p:nvSpPr>
        <p:spPr>
          <a:xfrm>
            <a:off x="4729480" y="1041400"/>
            <a:ext cx="2286000" cy="294640"/>
          </a:xfrm>
          <a:prstGeom prst="rect">
            <a:avLst/>
          </a:prstGeom>
          <a:solidFill>
            <a:srgbClr val="FAA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สอบประมวณผล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iamond 3">
            <a:extLst>
              <a:ext uri="{FF2B5EF4-FFF2-40B4-BE49-F238E27FC236}">
                <a16:creationId xmlns:a16="http://schemas.microsoft.com/office/drawing/2014/main" id="{4CE5F339-6E3E-4BB6-10FC-2F8D898AB87F}"/>
              </a:ext>
            </a:extLst>
          </p:cNvPr>
          <p:cNvSpPr/>
          <p:nvPr/>
        </p:nvSpPr>
        <p:spPr>
          <a:xfrm>
            <a:off x="4871720" y="1676400"/>
            <a:ext cx="2001520" cy="629920"/>
          </a:xfrm>
          <a:prstGeom prst="diamond">
            <a:avLst/>
          </a:prstGeom>
          <a:solidFill>
            <a:srgbClr val="FAA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คะแนน</a:t>
            </a:r>
            <a:r>
              <a:rPr lang="en-US" dirty="0">
                <a:solidFill>
                  <a:schemeClr val="tx1"/>
                </a:solidFill>
              </a:rPr>
              <a:t>&gt;50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4BDB972-7106-AE80-7A99-D0CCCBFE6870}"/>
              </a:ext>
            </a:extLst>
          </p:cNvPr>
          <p:cNvCxnSpPr>
            <a:stCxn id="2" idx="2"/>
            <a:endCxn id="3" idx="0"/>
          </p:cNvCxnSpPr>
          <p:nvPr/>
        </p:nvCxnSpPr>
        <p:spPr>
          <a:xfrm>
            <a:off x="5872480" y="599440"/>
            <a:ext cx="0" cy="441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D31981E-E132-C6A6-AEB5-29144962DB41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5872480" y="1336040"/>
            <a:ext cx="0" cy="340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AF7325E-89CC-70CE-DA6F-1E82F3880CC8}"/>
              </a:ext>
            </a:extLst>
          </p:cNvPr>
          <p:cNvSpPr/>
          <p:nvPr/>
        </p:nvSpPr>
        <p:spPr>
          <a:xfrm>
            <a:off x="2489200" y="2306320"/>
            <a:ext cx="751840" cy="274320"/>
          </a:xfrm>
          <a:prstGeom prst="rect">
            <a:avLst/>
          </a:prstGeom>
          <a:solidFill>
            <a:srgbClr val="FAA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ผ่าน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Diamond 9">
            <a:extLst>
              <a:ext uri="{FF2B5EF4-FFF2-40B4-BE49-F238E27FC236}">
                <a16:creationId xmlns:a16="http://schemas.microsoft.com/office/drawing/2014/main" id="{98B5ABDC-3033-BFCC-3471-73E5812994A6}"/>
              </a:ext>
            </a:extLst>
          </p:cNvPr>
          <p:cNvSpPr/>
          <p:nvPr/>
        </p:nvSpPr>
        <p:spPr>
          <a:xfrm>
            <a:off x="1844040" y="3116580"/>
            <a:ext cx="2042160" cy="624840"/>
          </a:xfrm>
          <a:prstGeom prst="diamond">
            <a:avLst/>
          </a:prstGeom>
          <a:solidFill>
            <a:srgbClr val="FAA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คะแนน</a:t>
            </a:r>
            <a:r>
              <a:rPr lang="en-US" dirty="0">
                <a:solidFill>
                  <a:schemeClr val="tx1"/>
                </a:solidFill>
              </a:rPr>
              <a:t>&gt;75</a:t>
            </a:r>
          </a:p>
        </p:txBody>
      </p:sp>
      <p:sp>
        <p:nvSpPr>
          <p:cNvPr id="11" name="Diamond 10">
            <a:extLst>
              <a:ext uri="{FF2B5EF4-FFF2-40B4-BE49-F238E27FC236}">
                <a16:creationId xmlns:a16="http://schemas.microsoft.com/office/drawing/2014/main" id="{48BE8ABA-4B7A-26A3-9421-936F965F3F3F}"/>
              </a:ext>
            </a:extLst>
          </p:cNvPr>
          <p:cNvSpPr/>
          <p:nvPr/>
        </p:nvSpPr>
        <p:spPr>
          <a:xfrm>
            <a:off x="1844040" y="4338320"/>
            <a:ext cx="2042160" cy="624840"/>
          </a:xfrm>
          <a:prstGeom prst="diamond">
            <a:avLst/>
          </a:prstGeom>
          <a:solidFill>
            <a:srgbClr val="FAA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คะแนน</a:t>
            </a:r>
            <a:r>
              <a:rPr lang="en-US" dirty="0">
                <a:solidFill>
                  <a:schemeClr val="tx1"/>
                </a:solidFill>
              </a:rPr>
              <a:t>&gt;85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5572A4-D485-453C-0530-867BAC22DC04}"/>
              </a:ext>
            </a:extLst>
          </p:cNvPr>
          <p:cNvSpPr/>
          <p:nvPr/>
        </p:nvSpPr>
        <p:spPr>
          <a:xfrm>
            <a:off x="254000" y="3820160"/>
            <a:ext cx="731520" cy="284480"/>
          </a:xfrm>
          <a:prstGeom prst="rect">
            <a:avLst/>
          </a:prstGeom>
          <a:solidFill>
            <a:srgbClr val="FAA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ดีมาก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91EE1D-E6B7-952E-AC56-FCAC45657EBA}"/>
              </a:ext>
            </a:extLst>
          </p:cNvPr>
          <p:cNvSpPr/>
          <p:nvPr/>
        </p:nvSpPr>
        <p:spPr>
          <a:xfrm>
            <a:off x="254000" y="5369560"/>
            <a:ext cx="731520" cy="284480"/>
          </a:xfrm>
          <a:prstGeom prst="rect">
            <a:avLst/>
          </a:prstGeom>
          <a:solidFill>
            <a:srgbClr val="FAA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ดีมาก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924CD0-5C51-9116-04A8-991013B608A0}"/>
              </a:ext>
            </a:extLst>
          </p:cNvPr>
          <p:cNvSpPr/>
          <p:nvPr/>
        </p:nvSpPr>
        <p:spPr>
          <a:xfrm>
            <a:off x="4729480" y="5374640"/>
            <a:ext cx="2286000" cy="294640"/>
          </a:xfrm>
          <a:prstGeom prst="rect">
            <a:avLst/>
          </a:prstGeom>
          <a:solidFill>
            <a:srgbClr val="FAA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ประกาศผลสอบ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id="{D03D81D2-67B3-6170-782D-A3CFC7E87DF3}"/>
              </a:ext>
            </a:extLst>
          </p:cNvPr>
          <p:cNvSpPr/>
          <p:nvPr/>
        </p:nvSpPr>
        <p:spPr>
          <a:xfrm>
            <a:off x="5313680" y="5963920"/>
            <a:ext cx="1117600" cy="294640"/>
          </a:xfrm>
          <a:prstGeom prst="flowChartTerminator">
            <a:avLst/>
          </a:prstGeom>
          <a:solidFill>
            <a:srgbClr val="FAA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46EA80D-96E3-1204-57F7-7ED54E00C5AA}"/>
              </a:ext>
            </a:extLst>
          </p:cNvPr>
          <p:cNvSpPr/>
          <p:nvPr/>
        </p:nvSpPr>
        <p:spPr>
          <a:xfrm>
            <a:off x="8503920" y="2306320"/>
            <a:ext cx="751840" cy="274320"/>
          </a:xfrm>
          <a:prstGeom prst="rect">
            <a:avLst/>
          </a:prstGeom>
          <a:solidFill>
            <a:srgbClr val="FAACE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dirty="0">
                <a:solidFill>
                  <a:schemeClr val="tx1"/>
                </a:solidFill>
              </a:rPr>
              <a:t>ไม่ผ่าน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485FB57-A0AD-9EBD-E52F-15D44C328803}"/>
              </a:ext>
            </a:extLst>
          </p:cNvPr>
          <p:cNvCxnSpPr>
            <a:stCxn id="4" idx="1"/>
          </p:cNvCxnSpPr>
          <p:nvPr/>
        </p:nvCxnSpPr>
        <p:spPr>
          <a:xfrm flipH="1">
            <a:off x="2865120" y="1991360"/>
            <a:ext cx="200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172F71-C636-2815-49B6-B479D11C2B1C}"/>
              </a:ext>
            </a:extLst>
          </p:cNvPr>
          <p:cNvCxnSpPr/>
          <p:nvPr/>
        </p:nvCxnSpPr>
        <p:spPr>
          <a:xfrm>
            <a:off x="2865120" y="1991360"/>
            <a:ext cx="0" cy="223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3583BC-D8EB-64E3-36CA-05F498C8D77E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2865120" y="2580640"/>
            <a:ext cx="0" cy="5359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3820082-691D-F521-3FCF-8CA5E6025C88}"/>
              </a:ext>
            </a:extLst>
          </p:cNvPr>
          <p:cNvCxnSpPr>
            <a:stCxn id="10" idx="1"/>
          </p:cNvCxnSpPr>
          <p:nvPr/>
        </p:nvCxnSpPr>
        <p:spPr>
          <a:xfrm flipH="1">
            <a:off x="619760" y="3429000"/>
            <a:ext cx="1224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256B7B2-D540-45D3-0E70-6C66F9327089}"/>
              </a:ext>
            </a:extLst>
          </p:cNvPr>
          <p:cNvCxnSpPr>
            <a:stCxn id="11" idx="1"/>
          </p:cNvCxnSpPr>
          <p:nvPr/>
        </p:nvCxnSpPr>
        <p:spPr>
          <a:xfrm flipH="1">
            <a:off x="619760" y="4650740"/>
            <a:ext cx="12242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7FFAD81-65B2-9511-647E-02B2ECC553E3}"/>
              </a:ext>
            </a:extLst>
          </p:cNvPr>
          <p:cNvCxnSpPr/>
          <p:nvPr/>
        </p:nvCxnSpPr>
        <p:spPr>
          <a:xfrm>
            <a:off x="619760" y="3429000"/>
            <a:ext cx="0" cy="3124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2DDBAF9-5186-231C-8BC9-3050F337E929}"/>
              </a:ext>
            </a:extLst>
          </p:cNvPr>
          <p:cNvCxnSpPr>
            <a:endCxn id="13" idx="0"/>
          </p:cNvCxnSpPr>
          <p:nvPr/>
        </p:nvCxnSpPr>
        <p:spPr>
          <a:xfrm>
            <a:off x="619760" y="4650740"/>
            <a:ext cx="0" cy="718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7260AD5-E029-4D1D-7B4D-106DB6A2E05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985520" y="5511800"/>
            <a:ext cx="3743960" cy="1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755EFA2-AE42-1557-B030-0E167DD573F3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5872480" y="5669280"/>
            <a:ext cx="0" cy="294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9CDB77B-9B58-54D3-55CF-A9608D9AEA91}"/>
              </a:ext>
            </a:extLst>
          </p:cNvPr>
          <p:cNvCxnSpPr>
            <a:stCxn id="4" idx="3"/>
          </p:cNvCxnSpPr>
          <p:nvPr/>
        </p:nvCxnSpPr>
        <p:spPr>
          <a:xfrm>
            <a:off x="6873240" y="1991360"/>
            <a:ext cx="2006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372D413-19E0-2B4F-46C0-960D8832DF82}"/>
              </a:ext>
            </a:extLst>
          </p:cNvPr>
          <p:cNvCxnSpPr>
            <a:endCxn id="16" idx="0"/>
          </p:cNvCxnSpPr>
          <p:nvPr/>
        </p:nvCxnSpPr>
        <p:spPr>
          <a:xfrm>
            <a:off x="8879840" y="1991360"/>
            <a:ext cx="0" cy="3149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0D4067B-A2F4-321D-21C8-6B22FA7513C6}"/>
              </a:ext>
            </a:extLst>
          </p:cNvPr>
          <p:cNvCxnSpPr>
            <a:stCxn id="16" idx="2"/>
          </p:cNvCxnSpPr>
          <p:nvPr/>
        </p:nvCxnSpPr>
        <p:spPr>
          <a:xfrm>
            <a:off x="8879840" y="2580640"/>
            <a:ext cx="0" cy="2936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F29C9D7-D409-CF32-D74E-14B00698099C}"/>
              </a:ext>
            </a:extLst>
          </p:cNvPr>
          <p:cNvCxnSpPr>
            <a:endCxn id="14" idx="3"/>
          </p:cNvCxnSpPr>
          <p:nvPr/>
        </p:nvCxnSpPr>
        <p:spPr>
          <a:xfrm flipH="1">
            <a:off x="7015480" y="5521960"/>
            <a:ext cx="1864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EFF1586-F2F5-549A-D538-EEB28F5C3287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2865120" y="3741420"/>
            <a:ext cx="0" cy="596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308B40A-B7C7-4EE2-7397-55458C60A996}"/>
              </a:ext>
            </a:extLst>
          </p:cNvPr>
          <p:cNvSpPr txBox="1"/>
          <p:nvPr/>
        </p:nvSpPr>
        <p:spPr>
          <a:xfrm>
            <a:off x="3579561" y="1622028"/>
            <a:ext cx="9560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Score&gt;50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05185CE-EF26-98C2-5432-9EF5D42E3536}"/>
              </a:ext>
            </a:extLst>
          </p:cNvPr>
          <p:cNvSpPr txBox="1"/>
          <p:nvPr/>
        </p:nvSpPr>
        <p:spPr>
          <a:xfrm>
            <a:off x="7469612" y="1641009"/>
            <a:ext cx="9560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Score&lt;50</a:t>
            </a:r>
          </a:p>
        </p:txBody>
      </p:sp>
    </p:spTree>
    <p:extLst>
      <p:ext uri="{BB962C8B-B14F-4D97-AF65-F5344CB8AC3E}">
        <p14:creationId xmlns:p14="http://schemas.microsoft.com/office/powerpoint/2010/main" val="853155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91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Nurkhoirunneesa Sani (นูรค็อยรุนนีสาอ์ สะหนิ)</cp:lastModifiedBy>
  <cp:revision>7</cp:revision>
  <dcterms:created xsi:type="dcterms:W3CDTF">2026-10-01T04:47:36Z</dcterms:created>
  <dcterms:modified xsi:type="dcterms:W3CDTF">2026-10-22T09:48:39Z</dcterms:modified>
</cp:coreProperties>
</file>